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048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0F4FC"/>
                </a:solidFill>
              </a:rPr>
              <a:t>ContextLag — Round 3: 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40421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dirty="0">
                <a:solidFill>
                  <a:srgbClr val="43C5FF"/>
                </a:solidFill>
              </a:rPr>
              <a:t>Task A + Task B | Conversation Structure &amp; Deleted Message Reconstruction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886200"/>
            <a:ext cx="5257800" cy="123444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3886200"/>
            <a:ext cx="64008" cy="123444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404164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Task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5445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Recover who replies to whom and which discussion each message belongs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123444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3886200"/>
            <a:ext cx="64008" cy="123444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404164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Task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45445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Rank candidate messages for every deleted-message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26809B-2764-4B36-A2D4-7DED9A15C8F0}"/>
              </a:ext>
            </a:extLst>
          </p:cNvPr>
          <p:cNvSpPr txBox="1"/>
          <p:nvPr/>
        </p:nvSpPr>
        <p:spPr>
          <a:xfrm>
            <a:off x="731520" y="2646402"/>
            <a:ext cx="6123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TEAM NAME:LOGIC LEAPERS</a:t>
            </a:r>
          </a:p>
          <a:p>
            <a:endParaRPr lang="en-U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TEAM MEMBERS: ABIKIRUTHIKA L </a:t>
            </a:r>
          </a:p>
          <a:p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      ESHANTHIKA E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One channel can contain several interleaved discussions.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Messages are shown in timestamp order, but visible order does not necessarily represent conversation structure.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Replies can arrive later and different discussions can be interleaved in the same channel.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Task A recovers reply links and discussion/thread labels.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Task B reconstructs a deleted message by ranking candidate messages.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The two tasks are scored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Task A — Who Is Replying to Whom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29000" cy="4297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64008" cy="429768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727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75688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taskA_train.csv contains complete episodes with reply and thread labels.
taskA_hidden_public.csv contains unseen episodes where those labels must be inferred.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4297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70832" y="1417320"/>
            <a:ext cx="64008" cy="429768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727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Required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75688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For every message:
• reply_to_message_id — earlier message it answers, or NONE.
• thread_id — same label for messages in the same discussion.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417320"/>
            <a:ext cx="3429000" cy="4297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01583" y="1417320"/>
            <a:ext cx="64008" cy="4297680"/>
          </a:xfrm>
          <a:prstGeom prst="rect">
            <a:avLst/>
          </a:prstGeom>
          <a:solidFill>
            <a:srgbClr val="50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727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Reasoning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Use sender, timestamp and text context to recover conversational relationships rather than relying only on physical message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Task A —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The exact Task A implementation was handled by the teammate.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2011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64008" cy="201168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98424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871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Read episode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2057400" cy="2011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39" y="1828800"/>
            <a:ext cx="64008" cy="201168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98424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4871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Use message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828800"/>
            <a:ext cx="2057400" cy="2011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66359" y="1828800"/>
            <a:ext cx="64008" cy="201168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7" y="198424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7" y="24871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Infer reply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2057400" cy="2011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1828800"/>
            <a:ext cx="64008" cy="201168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198424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4871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Assign thread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2057400" cy="201168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64008" cy="2011680"/>
          </a:xfrm>
          <a:prstGeom prst="rect">
            <a:avLst/>
          </a:prstGeom>
          <a:solidFill>
            <a:srgbClr val="50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30968" y="198424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0968" y="24871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Export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Task B — Deleted Message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Exactly one candidate in each gap is the removed message.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3434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434340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7276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Two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taskB_messages_public.csv
Remaining messages used as conversation context.
taskB_candidates_public.csv
Candidate pools with proposed sender, timestamp and four precomputed fit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3434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64008" cy="43434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57276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Four provided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075688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1. Sender pattern fit
2. Timestamp gap fit
3. Thread position fit
4. Embedding similarity
Higher values indicate a better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Task B — Final Ranking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Four signals are converted into one candidate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43C5FF"/>
                </a:solidFill>
              </a:rPr>
              <a:t>Final Score = 0.20×Sender + 0.15×Time + 0.30×Thread + 0.35×Embedding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64008" cy="219456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8986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1.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0156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Calculate one final score for every candidate.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743200"/>
            <a:ext cx="3383280" cy="219456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2743200"/>
            <a:ext cx="64008" cy="219456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8986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2.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40156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Within each gap_id, sort highest to lowest.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743200"/>
            <a:ext cx="3383280" cy="219456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83296" y="2743200"/>
            <a:ext cx="64008" cy="2194560"/>
          </a:xfrm>
          <a:prstGeom prst="rect">
            <a:avLst/>
          </a:prstGeom>
          <a:solidFill>
            <a:srgbClr val="50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28986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3.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40156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Highest score gets Rank 1, then 2, 3,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Task B — Experiments We Tried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The rules explicitly ask us to report approaches that did not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303520" cy="420624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64008" cy="420624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21408"/>
            <a:ext cx="493775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We normalized feature values within each gap and compared rankings with the original method.
The checked rankings remained unchanged, so normalization was not retained as a separate improvement.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20624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64008" cy="420624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618488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TF-IDF + Cosine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21408"/>
            <a:ext cx="493775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We tested additional textual similarity using nearby conversation messages.
Scores were often very small or zero because TF-IDF relies on lexical overlap. The provided embedding similarity was therefore retained as the main semantic 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Measured Data &amp;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Values obtained from the Task B candidate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057400" cy="18288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3C5FF"/>
                </a:solidFill>
              </a:rPr>
              <a:t>581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4203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0F4FC"/>
                </a:solidFill>
              </a:rPr>
              <a:t>messages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600200"/>
            <a:ext cx="2057400" cy="18288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39" y="1874519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3C5FF"/>
                </a:solidFill>
              </a:rPr>
              <a:t>434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54203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0F4FC"/>
                </a:solidFill>
              </a:rPr>
              <a:t>candidate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600200"/>
            <a:ext cx="2057400" cy="18288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874519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3C5FF"/>
                </a:solidFill>
              </a:rPr>
              <a:t>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254203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0F4FC"/>
                </a:solidFill>
              </a:rPr>
              <a:t>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00200"/>
            <a:ext cx="2057400" cy="18288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1874519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3C5FF"/>
                </a:solidFill>
              </a:rPr>
              <a:t>4–6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54203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0F4FC"/>
                </a:solidFill>
              </a:rPr>
              <a:t>candidates per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600200"/>
            <a:ext cx="2057400" cy="182880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9800" y="1874519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3C5FF"/>
                </a:solidFill>
              </a:rPr>
              <a:t>4.93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54203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0F4FC"/>
                </a:solidFill>
              </a:rPr>
              <a:t>average candidates /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10241280" cy="123444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977639"/>
            <a:ext cx="64008" cy="1234440"/>
          </a:xfrm>
          <a:prstGeom prst="rect">
            <a:avLst/>
          </a:prstGeom>
          <a:solidFill>
            <a:srgbClr val="50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4133087"/>
            <a:ext cx="9875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Submission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36007"/>
            <a:ext cx="9875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For every gap, ranks must be strict, start at 1, and contain no ties or missing ranks.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Where the Method Can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5B0C6"/>
                </a:solidFill>
              </a:rPr>
              <a:t>We do not claim a hidden-test accuracy value without ground-truth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Two candidates can have very similar feature values, making the ranking sensitive to the chosen weights.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The weighted score assumes the four provided signals are useful and reasonably complementary.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A candidate can be semantically plausible but still have an incorrect sender or thread-position fit.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TF-IDF can miss semantic relationships when related messages use different vocabulary.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>
                <a:solidFill>
                  <a:srgbClr val="F0F4FC"/>
                </a:solidFill>
              </a:defRPr>
            </a:pPr>
            <a:r>
              <a:rPr dirty="0"/>
              <a:t>The public Task B candidate file does not identify the correct candidate, so true accuracy cannot be measured from it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C"/>
                </a:solidFill>
              </a:rPr>
              <a:t>Key 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5212080" cy="356616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64008" cy="3566160"/>
          </a:xfrm>
          <a:prstGeom prst="rect">
            <a:avLst/>
          </a:prstGeom>
          <a:solidFill>
            <a:srgbClr val="43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7099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Task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212848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Recover hidden conversation structure:
WHO replies to WHOM?
→ reply links
→ discussion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212080" cy="3566160"/>
          </a:xfrm>
          <a:prstGeom prst="roundRect">
            <a:avLst/>
          </a:prstGeom>
          <a:solidFill>
            <a:srgbClr val="141B2A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64008" cy="356616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7099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C"/>
                </a:solidFill>
              </a:rPr>
              <a:t>Task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212848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5B0C6"/>
                </a:solidFill>
              </a:rPr>
              <a:t>Recover missing content:
WHICH candidate belongs in the gap?
→ feature fusion
→ candidate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0F4FC"/>
                </a:solidFill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5B0C6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738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linux</dc:creator>
  <cp:keywords/>
  <dc:description>generated using python-pptx</dc:description>
  <cp:lastModifiedBy>linux</cp:lastModifiedBy>
  <cp:revision>3</cp:revision>
  <dcterms:created xsi:type="dcterms:W3CDTF">2013-01-27T09:14:16Z</dcterms:created>
  <dcterms:modified xsi:type="dcterms:W3CDTF">2026-09-26T05:48:42Z</dcterms:modified>
  <cp:category/>
</cp:coreProperties>
</file>